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EduPredict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B82F6"/>
                </a:solidFill>
              </a:defRPr>
            </a:pPr>
            <a:r>
              <a:t>Big Data + Predictive Analytics for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A complete data pipeline with ML predictions, R analytics,</a:t>
            </a:r>
            <a:br/>
            <a:r>
              <a:t>and interactive dashboard — all in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eProject | Semester 6 |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Team: Nusrah Naeem · Bilal Farooqui · Kashif · Bilal A. · Shah Azzam · Ismail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 10-20% student dropout rates with NO early warning system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 Overcrowded or empty courses — no demand forecasting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 Massive data collected (grades, attendance, LMS) but never analyzed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 Reactive approach: problems found AFTER students fail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 No personalized insights for individual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Goal: Transform raw educational data into actionable predictions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Our Solution — EduPredict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 Collect &amp; generate educational data (500 students, 5 datasets)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 Process with Big Data tools (Hadoop, Spark, Kafka, MongoDB)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 Predict using 4 Machine Learning models (scikit-learn)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 Analyze with R statistical computing (Plumber API + visualizations)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 Display on interactive web dashboard (Tailwind + Chart.js)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 Deploy with ONE command: docker compose up (10 services)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MongoDB 7 + Hadoop HDFS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46304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46304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286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Apache Kafka + Zookeeper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Apache Spark 3.5.3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46304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463040"/>
            <a:ext cx="2560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scikit-learn (Python)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023360"/>
            <a:ext cx="2560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Statistics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46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R 4.3 + Plumber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402336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66160" y="4023360"/>
            <a:ext cx="2560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0" y="4297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4846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FastAPI (Python)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02336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02336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297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846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HTML + Tailwind + Chart.js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402336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4023360"/>
            <a:ext cx="2560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4297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846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Docker Compose (10 containers)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Web Dashboard (Nginx:3001)  →  FastAPI Backend (:8000)  →  ML Models (Python)</a:t>
            </a:r>
            <a:br/>
            <a:r>
              <a:t>                                    ↕                           ↕</a:t>
            </a:r>
            <a:br/>
            <a:r>
              <a:t>                          R Analytics (:8787)         Spark Processing (:8080)</a:t>
            </a:r>
            <a:br/>
            <a:r>
              <a:t>                                    ↕                           ↕</a:t>
            </a:r>
            <a:br/>
            <a:r>
              <a:t>                          MongoDB (:27017)            Kafka (:9092) + HDFS (:9870)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10 Docker Containers — All orchestrated with docker compose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MongoDB  •  Zookeeper  •  Kafka  •  HDFS NameNode  •  HDFS DataNode  •  Spark Master  •  Spark Worker  •  FastAPI  •  R Service  •  Nginx Web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6459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965960"/>
            <a:ext cx="54864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Generate</a:t>
            </a:r>
            <a:br/>
            <a: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500 students</a:t>
            </a:r>
            <a:br/>
            <a:r>
              <a:t>5 CSV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828800"/>
            <a:ext cx="16459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1965960"/>
            <a:ext cx="5486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6517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Ingest to</a:t>
            </a:r>
            <a:br/>
            <a:r>
              <a:t>MongoDB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6576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5 collections</a:t>
            </a:r>
            <a:br/>
            <a:r>
              <a:t>batch 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16459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1965960"/>
            <a:ext cx="5486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6517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Kafka</a:t>
            </a:r>
            <a:br/>
            <a:r>
              <a:t>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6576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Real-time</a:t>
            </a:r>
            <a:br/>
            <a:r>
              <a:t>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828800"/>
            <a:ext cx="16459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1965960"/>
            <a:ext cx="54864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6517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Spark</a:t>
            </a:r>
            <a:br/>
            <a:r>
              <a:t>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6576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1828800"/>
            <a:ext cx="16459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1965960"/>
            <a:ext cx="54864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6517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ML Model</a:t>
            </a:r>
            <a:br/>
            <a:r>
              <a:t>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6576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4 models</a:t>
            </a:r>
            <a:br/>
            <a:r>
              <a:t>trained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</a:defRPr>
            </a:pPr>
            <a: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0" y="1828800"/>
            <a:ext cx="16459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07040" y="1965960"/>
            <a:ext cx="54864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0704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26517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API +</a:t>
            </a:r>
            <a:br/>
            <a:r>
              <a:t>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36576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16 endpoints</a:t>
            </a:r>
            <a:br/>
            <a:r>
              <a:t>9 sections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ML Model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5603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R² = 0.965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Student Performance</a:t>
            </a:r>
            <a:br/>
            <a:r>
              <a:t>Random Forest Regressor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463040"/>
            <a:ext cx="25603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46304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6916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88.0%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Dropout Risk Accuracy</a:t>
            </a:r>
            <a:br/>
            <a:r>
              <a:t>Gradient Boosting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25603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916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R² = 0.647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Course Demand</a:t>
            </a:r>
            <a:br/>
            <a:r>
              <a:t>Random Forest Regressor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463040"/>
            <a:ext cx="25603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463040"/>
            <a:ext cx="25603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6916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</a:defRPr>
            </a:pPr>
            <a:r>
              <a:t>40 (8%)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331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Anomalies Detected</a:t>
            </a:r>
            <a:br/>
            <a:r>
              <a:t>Isolation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 Performance model predicts GPA with 96.5% accuracy (MAE = 0.11 GPA points)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 54 students (10.8%) flagged as dropout risk — avg GPA 1.75 vs 2.87 for active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 Course demand growing across all departments — CS has highest enrollment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▸  Anomalous students show significantly different behavioral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 Analytics — Visualizations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84048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p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286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023360" y="1280160"/>
            <a:ext cx="384048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partmen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3657600" cy="203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955280" y="1280160"/>
            <a:ext cx="384048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rrelati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71600"/>
            <a:ext cx="3657600" cy="3200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65760" y="4023360"/>
            <a:ext cx="384048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ttendance_vs_gra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14800"/>
            <a:ext cx="3657600" cy="2286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023360" y="4023360"/>
            <a:ext cx="384048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epartment_dropo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114800"/>
            <a:ext cx="3657600" cy="203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955280" y="4023360"/>
            <a:ext cx="384048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urse_demand_trend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4114800"/>
            <a:ext cx="36576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 Statistical Analysis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 Descriptive Statistics: 500 students, mean GPA = 2.74, mean attendance = 77.3%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 ANOVA (GPA ~ Department): F=0.254, p=0.907 — No significant difference across depts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 T-test (Dropout vs Active GPA): t=-29.8, p&lt;0.001 — HIGHLY SIGNIFICANT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 Correlation: Attendance ↔ Grade r=0.782, LMS Time ↔ Grade r=0.977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 Shapiro-Wilk: GPA distribution is non-normal (p&lt;0.001)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 Dropout students: GPA 1.75, Attendance 66% vs Active: GPA 2.87, Attendance 79%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Key Insight: LMS engagement time is the strongest predictor of academic success (r=0.977)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Docker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0116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:27017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NoSQL Database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463040"/>
            <a:ext cx="20116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46304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Kafka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:9092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Event Streaming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463040"/>
            <a:ext cx="20116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463040"/>
            <a:ext cx="201168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Zookeeper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4A3B8"/>
                </a:solidFill>
              </a:defRPr>
            </a:pPr>
            <a:r>
              <a:t>:2181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Coordination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1463040"/>
            <a:ext cx="20116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46304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HDFS NameNode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:9870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File Storage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463040"/>
            <a:ext cx="20116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46304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HDFS DataNode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Data Blocks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49039"/>
            <a:ext cx="20116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749039"/>
            <a:ext cx="20116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9319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Spark Master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80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:8080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2919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Processing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3749039"/>
            <a:ext cx="20116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0" y="3749039"/>
            <a:ext cx="20116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39319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Spark Worker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4480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502919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Compute Node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3749039"/>
            <a:ext cx="20116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0" y="3749039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0" y="39319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4480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:8000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02919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Backend API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3749039"/>
            <a:ext cx="20116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5200" y="3749039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9319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 Service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4480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:8787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502919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R Analytics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01200" y="3749039"/>
            <a:ext cx="20116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01200" y="37490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39319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Nginx Web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4480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:3001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502919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Team Contribution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29184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Nusrah Naeem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30%  • 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Data Pipeline + ML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29184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Bilal Farooqui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30%  • 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API + Web + Docker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329184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63040"/>
            <a:ext cx="3291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Kashif Akhtar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10%  •  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Database &amp; Storage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329184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32918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Bilal Ahmed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10%  •  Member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Documentation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4023360"/>
            <a:ext cx="329184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4023360"/>
            <a:ext cx="3291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Shah Azzam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10%  •  Member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303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Testing &amp; QA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4023360"/>
            <a:ext cx="329184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4023360"/>
            <a:ext cx="329184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Syed M. Ismail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</a:defRPr>
            </a:pPr>
            <a:r>
              <a:t>10%  •  Buffer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303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Dashboards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 Real student data integration (replace synthetic with institutional data)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 JWT authentication with role-based access (admin, faculty, student)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 Cloud deployment on AWS/Azure with auto-scaling Spark clusters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 Deep Learning: LSTM models for time-series grade prediction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 Tableau dashboard integration for non-technical stakeholders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▸  Automated email alerts when dropout risk exceeds threshold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▸  1.  git clone &lt;repository-url&gt;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▸  2.  cd eProject---Big-Data---EduPredict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▸  3.  docker compose up -d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▸  4.  Open http://localhost:3001  (Web Dashboard)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▸  5.  Open http://localhost:8000/docs  (API Swagger)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▸  6.  Open http://localhost:8080  (Spark UI)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That's it — everything runs with a single command!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1371600"/>
            <a:ext cx="67052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6705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200400"/>
            <a:ext cx="6705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B82F6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389120"/>
            <a:ext cx="67052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4754880"/>
            <a:ext cx="6705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Dashboard:  http://localhost:3001</a:t>
            </a:r>
            <a:br/>
            <a:r>
              <a:t>API Docs:   http://localhost:8000/docs</a:t>
            </a:r>
            <a:br/>
            <a:r>
              <a:t>R Service:  http://localhost:8787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